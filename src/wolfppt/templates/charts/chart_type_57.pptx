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Series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Category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0" y="0"/>
          <a:ext cx="914400" cy="914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