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Series</c:v>
                </c:pt>
              </c:strCache>
            </c:strRef>
          </c:tx>
          <c:cat>
            <c:strRef>
              <c:f>Sheet1!$A$2:$A$2</c:f>
              <c:strCache>
                <c:ptCount val="1"/>
                <c:pt idx="0">
                  <c:v>Category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0" y="0"/>
          <a:ext cx="914400" cy="914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