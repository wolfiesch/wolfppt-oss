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marker>
            <c:symbol val="none"/>
          </c:marker>
          <c:cat>
            <c:strRef>
              <c:f>Sheet1!$A$2:$A$2</c:f>
              <c:strCache>
                <c:ptCount val="1"/>
                <c:pt idx="0">
                  <c:v>Category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