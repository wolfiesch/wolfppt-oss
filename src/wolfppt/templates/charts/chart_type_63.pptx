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marker>
            <c:symbol val="none"/>
          </c:marker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