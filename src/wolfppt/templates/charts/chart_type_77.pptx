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01159928"/>
        <c:crosses val="autoZero"/>
        <c:crossBetween val="midCat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