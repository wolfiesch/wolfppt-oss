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14.0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Cost</c:v>
                </c:pt>
              </c:strCache>
            </c:strRef>
          </c:tx>
          <c:marker>
            <c:symbol val="none"/>
          </c:marker>
          <c:xVal>
            <c:numRef>
              <c:f>Sheet1!$A$6:$A$7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Sheet1!$B$6:$B$7</c:f>
              <c:numCache>
                <c:formatCode>General</c:formatCode>
                <c:ptCount val="2"/>
                <c:pt idx="0">
                  <c:v>6.0</c:v>
                </c:pt>
                <c:pt idx="1">
                  <c:v>7.0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