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plotArea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xVal>
            <c:numRef>
              <c:f>Sheet1!$A$2:$A$3</c:f>
              <c:numCache>
                <c:formatCode>General</c:formatCode>
                <c:ptCount val="2"/>
                <c:pt idx="0">
                  <c:v>1.0</c:v>
                </c:pt>
                <c:pt idx="1">
                  <c:v>2.0</c:v>
                </c:pt>
              </c:numCache>
            </c:numRef>
          </c:xVal>
          <c:yVal>
            <c:numRef>
              <c:f>Sheet1!$B$2:$B$3</c:f>
              <c:numCache>
                <c:formatCode>General</c:formatCode>
                <c:ptCount val="2"/>
                <c:pt idx="0">
                  <c:v>10.0</c:v>
                </c:pt>
                <c:pt idx="1">
                  <c:v>14.0</c:v>
                </c:pt>
              </c:numCache>
            </c:numRef>
          </c:yVal>
          <c:smooth val="0"/>
        </c:ser>
        <c:ser>
          <c:idx val="1"/>
          <c:order val="1"/>
          <c:tx>
            <c:strRef>
              <c:f>Sheet1!$B$5</c:f>
              <c:strCache>
                <c:ptCount val="1"/>
                <c:pt idx="0">
                  <c:v>Cost</c:v>
                </c:pt>
              </c:strCache>
            </c:strRef>
          </c:tx>
          <c:xVal>
            <c:numRef>
              <c:f>Sheet1!$A$6:$A$7</c:f>
              <c:numCache>
                <c:formatCode>General</c:formatCode>
                <c:ptCount val="2"/>
                <c:pt idx="0">
                  <c:v>1.0</c:v>
                </c:pt>
                <c:pt idx="1">
                  <c:v>2.0</c:v>
                </c:pt>
              </c:numCache>
            </c:numRef>
          </c:xVal>
          <c:yVal>
            <c:numRef>
              <c:f>Sheet1!$B$6:$B$7</c:f>
              <c:numCache>
                <c:formatCode>General</c:formatCode>
                <c:ptCount val="2"/>
                <c:pt idx="0">
                  <c:v>6.0</c:v>
                </c:pt>
                <c:pt idx="1">
                  <c:v>7.0</c:v>
                </c:pt>
              </c:numCache>
            </c:numRef>
          </c:yVal>
          <c:smooth val="0"/>
        </c:ser>
        <c:axId val="-2128940872"/>
        <c:axId val="-2129643912"/>
      </c:scatterChart>
      <c:valAx>
        <c:axId val="-2128940872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crossAx val="-2129643912"/>
        <c:crosses val="autoZero"/>
        <c:crossBetween val="midCat"/>
      </c:valAx>
      <c:valAx>
        <c:axId val="-2129643912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-2128940872"/>
        <c:crosses val="autoZero"/>
        <c:crossBetween val="midCat"/>
      </c:valAx>
    </c:plotArea>
    <c:legend>
      <c:legendPos val="r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Chart 1"/>
          <p:cNvGraphicFramePr>
            <a:graphicFrameLocks noGrp="1"/>
          </p:cNvGraphicFramePr>
          <p:nvPr/>
        </p:nvGraphicFramePr>
        <p:xfrm>
          <a:off x="914400" y="914400"/>
          <a:ext cx="4572000" cy="2743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