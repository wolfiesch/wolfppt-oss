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invertIfNegative val="0"/>
          <c:xVal>
            <c:numRef>
              <c:f>Sheet1!$A$2:$A$3</c:f>
              <c:numCache>
                <c:formatCode>General</c:formatCode>
                <c:ptCount val="2"/>
                <c:pt idx="0">
                  <c:v>1.0</c:v>
                </c:pt>
                <c:pt idx="1">
                  <c:v>2.0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10.0</c:v>
                </c:pt>
                <c:pt idx="1">
                  <c:v>14.0</c:v>
                </c:pt>
              </c:numCache>
            </c:numRef>
          </c:yVal>
          <c:bubbleSize>
            <c:numRef>
              <c:f>Sheet1!$C$2:$C$3</c:f>
              <c:numCache>
                <c:formatCode>General</c:formatCode>
                <c:ptCount val="2"/>
                <c:pt idx="0">
                  <c:v>4.0</c:v>
                </c:pt>
                <c:pt idx="1">
                  <c:v>7.0</c:v>
                </c:pt>
              </c:numCache>
            </c:numRef>
          </c:bubbleSize>
          <c:bubble3D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15723560"/>
        <c:crosses val="autoZero"/>
        <c:crossBetween val="midCat"/>
      </c:valAx>
      <c:valAx>
        <c:axId val="-21157235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157200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