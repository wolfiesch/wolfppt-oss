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bmp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 Format Fixture</a:t>
            </a:r>
          </a:p>
        </p:txBody>
      </p:sp>
      <p:pic>
        <p:nvPicPr>
          <p:cNvPr id="3" name="Picture 2" descr="photo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" cy="914400"/>
          </a:xfrm>
          <a:prstGeom prst="rect">
            <a:avLst/>
          </a:prstGeom>
        </p:spPr>
      </p:pic>
      <p:pic>
        <p:nvPicPr>
          <p:cNvPr id="4" name="Picture 3" descr="diagram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005840"/>
            <a:ext cx="1097280" cy="914400"/>
          </a:xfrm>
          <a:prstGeom prst="rect">
            <a:avLst/>
          </a:prstGeom>
        </p:spPr>
      </p:pic>
      <p:pic>
        <p:nvPicPr>
          <p:cNvPr id="5" name="Picture 4" descr="scan.t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005840"/>
            <a:ext cx="109728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