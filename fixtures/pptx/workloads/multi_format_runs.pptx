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Run 00 </a:t>
            </a:r>
            <a:r>
              <a:t>Run 01 </a:t>
            </a:r>
            <a:r>
              <a:t>Run 02 </a:t>
            </a:r>
            <a:r>
              <a:t>Run 03 </a:t>
            </a:r>
            <a:r>
              <a:t>Run 04 </a:t>
            </a:r>
            <a:r>
              <a:t>Run 05 </a:t>
            </a:r>
            <a:r>
              <a:t>Run 06 </a:t>
            </a:r>
            <a:r>
              <a:t>Run 07 </a:t>
            </a:r>
            <a:r>
              <a:t>Run 08 </a:t>
            </a:r>
            <a:r>
              <a:t>Run 09 </a:t>
            </a:r>
            <a:r>
              <a:t>Run 10 </a:t>
            </a:r>
            <a:r>
              <a:t>Run 11 </a:t>
            </a:r>
            <a:r>
              <a:t>Run 12 </a:t>
            </a:r>
            <a:r>
              <a:t>Run 13 </a:t>
            </a:r>
            <a:r>
              <a:t>Run 14 </a:t>
            </a:r>
            <a:r>
              <a:t>Run 15 </a:t>
            </a:r>
            <a:r>
              <a:t>Run 16 </a:t>
            </a:r>
            <a:r>
              <a:t>Run 17 </a:t>
            </a:r>
            <a:r>
              <a:t>Run 18 </a:t>
            </a:r>
            <a:r>
              <a:t>Run 19 </a:t>
            </a:r>
            <a:r>
              <a:t>Run 20 </a:t>
            </a:r>
            <a:r>
              <a:t>Run 21 </a:t>
            </a:r>
            <a:r>
              <a:t>Run 22 </a:t>
            </a:r>
            <a:r>
              <a:t>Run 23 </a:t>
            </a:r>
            <a:r>
              <a:t>Run 24 </a:t>
            </a:r>
            <a:r>
              <a:t>Run 25 </a:t>
            </a:r>
            <a:r>
              <a:t>Run 26 </a:t>
            </a:r>
            <a:r>
              <a:t>Run 27 </a:t>
            </a:r>
            <a:r>
              <a:t>Run 28 </a:t>
            </a:r>
            <a:r>
              <a:t>Run 29 </a:t>
            </a:r>
            <a:r>
              <a:t>Run 30 </a:t>
            </a:r>
            <a:r>
              <a:t>Run 31 </a:t>
            </a:r>
            <a:r>
              <a:t>Run 32 </a:t>
            </a:r>
            <a:r>
              <a:t>Run 33 </a:t>
            </a:r>
            <a:r>
              <a:t>Run 34 </a:t>
            </a:r>
            <a:r>
              <a:t>Run 35 </a:t>
            </a:r>
            <a:r>
              <a:t>Run 36 </a:t>
            </a:r>
            <a:r>
              <a:t>Run 37 </a:t>
            </a:r>
            <a:r>
              <a:t>Run 38 </a:t>
            </a:r>
            <a:r>
              <a:t>Run 39 </a:t>
            </a:r>
            <a:r>
              <a:t>Run 40 </a:t>
            </a:r>
            <a:r>
              <a:t>Run 41 </a:t>
            </a:r>
            <a:r>
              <a:t>Run 42 </a:t>
            </a:r>
            <a:r>
              <a:t>Run 43 </a:t>
            </a:r>
            <a:r>
              <a:t>Run 44 </a:t>
            </a:r>
            <a:r>
              <a:t>Run 45 </a:t>
            </a:r>
            <a:r>
              <a:t>Run 46 </a:t>
            </a:r>
            <a:r>
              <a:t>Run 47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