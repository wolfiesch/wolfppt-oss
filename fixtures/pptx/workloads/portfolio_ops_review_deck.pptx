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Northwind</c:v>
                </c:pt>
                <c:pt idx="1">
                  <c:v>Contoso</c:v>
                </c:pt>
                <c:pt idx="2">
                  <c:v>Fabrikam</c:v>
                </c:pt>
                <c:pt idx="3">
                  <c:v>Adventure</c:v>
                </c:pt>
                <c:pt idx="4">
                  <c:v>Tailwind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24.2</c:v>
                </c:pt>
                <c:pt idx="1">
                  <c:v>18.6</c:v>
                </c:pt>
                <c:pt idx="2">
                  <c:v>31.4</c:v>
                </c:pt>
                <c:pt idx="3">
                  <c:v>12.8</c:v>
                </c:pt>
                <c:pt idx="4">
                  <c:v>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Northwind</c:v>
                </c:pt>
                <c:pt idx="1">
                  <c:v>Contoso</c:v>
                </c:pt>
                <c:pt idx="2">
                  <c:v>Fabrikam</c:v>
                </c:pt>
                <c:pt idx="3">
                  <c:v>Adventure</c:v>
                </c:pt>
                <c:pt idx="4">
                  <c:v>Tailwind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22.0</c:v>
                </c:pt>
                <c:pt idx="1">
                  <c:v>20.0</c:v>
                </c:pt>
                <c:pt idx="2">
                  <c:v>29.0</c:v>
                </c:pt>
                <c:pt idx="3">
                  <c:v>15.0</c:v>
                </c:pt>
                <c:pt idx="4">
                  <c:v>11.0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deck to pressure-test portfolio review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each KPI ties to the latest portfolio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drop the risk notes or decision text during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Portfolio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KPI roll-forward, concentration, initiatives, risks, and appendix evidence.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Portfolio KPI Roll-forward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44137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Rule of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Northwind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$24.2m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Contoso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Fabrikam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Adventure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Tailwind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$96.7m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by Portfolio Company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Concentration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75488">
                <a:tc>
                  <a:txBody>
                    <a:bodyPr/>
                    <a:lstStyle/>
                    <a:p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Portfolio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 Revenue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Acme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Globex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Fabrikam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Initech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Umbrella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Adventure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Value Creation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29184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Pricing cleanup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05840"/>
            <a:ext cx="329184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Sales capacity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29184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Working capital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194560"/>
            <a:ext cx="329184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room refresh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Risk Register and Required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Red: Adventure retention; Yellow: Contoso expansion slippage</a:t>
            </a:r>
          </a:p>
          <a:p>
            <a:r>
              <a:t>Decision: approve incremental sales hiring for Q3</a:t>
            </a:r>
          </a:p>
          <a:p>
            <a:r>
              <a:t>Decision: require weekly cash bridge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502920"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KPI workbook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portfolio_kpi.xlsx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Revenue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qbr_export.xlsx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Customer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crm_snapshot.csv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RevOps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