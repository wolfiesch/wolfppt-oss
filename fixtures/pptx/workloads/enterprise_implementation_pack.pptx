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Mapped fields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92</c:v>
                </c:pt>
                <c:pt idx="2">
                  <c:v>138</c:v>
                </c:pt>
                <c:pt idx="3">
                  <c:v>171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Validated fields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57</c:v>
                </c:pt>
                <c:pt idx="2">
                  <c:v>104</c:v>
                </c:pt>
                <c:pt idx="3">
                  <c:v>149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enterprise implementation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workplan table should preserve owners, due dates, and dependency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Migration chart workbook and field-validation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Risk-register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implementation-owner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Enterprise Implementation Readiness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migration, integration milestones, customer risks, and owner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Implementation Workplan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Field inventory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SSO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IdP metadata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ERP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Sandbox access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Training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 roster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Go-live cutover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Rollback plan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Migration Burnup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Go-Live 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Late sandbox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Escalate IT path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Duplicate account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Preload match rules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Cutover freeze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change window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Low admin attendance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 office hours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Desk Owners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Data triage</a:t>
              </a:r>
            </a:p>
            <a:p>
              <a:r>
                <a:t>Solutions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Cutover desk</a:t>
              </a:r>
            </a:p>
            <a:p>
              <a:r>
                <a:t>PMO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Connector desk</a:t>
              </a:r>
            </a:p>
            <a:p>
              <a:r>
                <a:t>Engineering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Training desk</a:t>
              </a:r>
            </a:p>
            <a:p>
              <a:r>
                <a:t>Enablement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Implementation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Field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field_mapping.xlsx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Solutions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SSO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sso_readiness.docx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Cutover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cutover_plan.xlsx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Training roster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training_roster.csv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