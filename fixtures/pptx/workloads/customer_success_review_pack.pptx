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seats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</c:v>
                </c:pt>
                <c:pt idx="1">
                  <c:v>8750</c:v>
                </c:pt>
                <c:pt idx="2">
                  <c:v>9100</c:v>
                </c:pt>
                <c:pt idx="3">
                  <c:v>9640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 accounts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74</c:v>
                </c:pt>
                <c:pt idx="2">
                  <c:v>77</c:v>
                </c:pt>
                <c:pt idx="3">
                  <c:v>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customer success review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Renewal table should preserve exact ARR, owner, and next-step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chart workbook and customer-health notes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Risk-register table and connector line should be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customer-success action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Success Quarterly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Renewal forecast, adoption trends, account risks, and executive actions.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Renewal Forecast and At-Risk ARR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Renewing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Next step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VP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 sponsor call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Director 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Usage review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Strategic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Pricing exception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CSM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Automation campaign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$45.2m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CS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Weekly risk standup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Adoption and Health Score Trends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Account 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Northwind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 new buyer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Fabrikam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 enablement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Adventure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Pricing pushback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Bundle proposal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Contoso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Implementation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 escalation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Actions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Renewal war room</a:t>
              </a:r>
            </a:p>
            <a:p>
              <a:r>
                <a:t>CS Ops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Usage recovery</a:t>
              </a:r>
            </a:p>
            <a:p>
              <a:r>
                <a:t>Product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Champion mapping</a:t>
              </a:r>
            </a:p>
            <a:p>
              <a:r>
                <a:t>Sales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QBR content refresh</a:t>
              </a:r>
            </a:p>
            <a:p>
              <a:r>
                <a:t>Marketing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CS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Renewal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renewal_forecast.xlsx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CS Ops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Usage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product_usage.csv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Risk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account_risks.xlsx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CS Leadership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QBR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qbr_playbook.docx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