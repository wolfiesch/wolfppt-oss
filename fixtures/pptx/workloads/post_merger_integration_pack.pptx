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Run-rate 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2.5</c:v>
                </c:pt>
                <c:pt idx="2">
                  <c:v>4.0</c:v>
                </c:pt>
                <c:pt idx="3">
                  <c:v>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Captured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1.8</c:v>
                </c:pt>
                <c:pt idx="2">
                  <c:v>3.1</c:v>
                </c:pt>
                <c:pt idx="3">
                  <c:v>4.9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post-merger integration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Readiness table should preserve workstream owner and risk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Synergy chart workbook and notes should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Cutover table and connector should remain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integration action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Post-Merger Integration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Synergy tracking, Day 1 readiness, systems cutover, and owner actions.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Day 1 Readiness Tracker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Finance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HR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People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mapping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Customer comms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SSO exceptions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Legal 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Synergy Capture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Systems Cutover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Fallback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ERP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Chart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Dual close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Read-only archive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Data 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Identity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Batch replay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Support 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Routing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 queue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Integration Owner Actions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Synergy model refresh</a:t>
              </a:r>
            </a:p>
            <a:p>
              <a:r>
                <a:t>Finance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SSO exception cleanup</a:t>
              </a:r>
            </a:p>
            <a:p>
              <a:r>
                <a:t>Security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Customer notice QA</a:t>
              </a:r>
            </a:p>
            <a:p>
              <a:r>
                <a:t>CX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ERP cutover rehearsal</a:t>
              </a:r>
            </a:p>
            <a:p>
              <a:r>
                <a:t>IT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Integration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Synergy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synergy_model.xlsx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Cutover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systems_cutover.csv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Customer comms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customer_notice.docx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CX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Access exceptions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sso_exceptions.csv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