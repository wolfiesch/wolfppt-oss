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13.4</c:v>
                </c:pt>
                <c:pt idx="2">
                  <c:v>15.1</c:v>
                </c:pt>
                <c:pt idx="3">
                  <c:v>17.2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10.0</c:v>
                </c:pt>
                <c:pt idx="1">
                  <c:v>12.0</c:v>
                </c:pt>
                <c:pt idx="2">
                  <c:v>14.0</c:v>
                </c:pt>
                <c:pt idx="3">
                  <c:v>16.0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5.8</c:v>
                </c:pt>
                <c:pt idx="1">
                  <c:v>6.4</c:v>
                </c:pt>
                <c:pt idx="2">
                  <c:v>7.2</c:v>
                </c:pt>
                <c:pt idx="3">
                  <c:v>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10.0</c:v>
                </c:pt>
                <c:pt idx="1">
                  <c:v>12.0</c:v>
                </c:pt>
                <c:pt idx="2">
                  <c:v>14.0</c:v>
                </c:pt>
                <c:pt idx="3">
                  <c:v>16.0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90.0</c:v>
                </c:pt>
                <c:pt idx="1">
                  <c:v>91.5</c:v>
                </c:pt>
                <c:pt idx="2">
                  <c:v>93.0</c:v>
                </c:pt>
                <c:pt idx="3">
                  <c:v>94.0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10.0</c:v>
                </c:pt>
                <c:pt idx="1">
                  <c:v>12.0</c:v>
                </c:pt>
                <c:pt idx="2">
                  <c:v>14.0</c:v>
                </c:pt>
                <c:pt idx="3">
                  <c:v>16.0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10.2</c:v>
                </c:pt>
                <c:pt idx="1">
                  <c:v>12.8</c:v>
                </c:pt>
                <c:pt idx="2">
                  <c:v>14.6</c:v>
                </c:pt>
                <c:pt idx="3">
                  <c:v>18.5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10.0</c:v>
                </c:pt>
                <c:pt idx="1">
                  <c:v>12.0</c:v>
                </c:pt>
                <c:pt idx="2">
                  <c:v>14.0</c:v>
                </c:pt>
                <c:pt idx="3">
                  <c:v>16.0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deck as the large real-corpus 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detail: call out headline $17.2m and owner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risk slide should preserve notes and rounded-rectangle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detail: call out headline 47.1% and owner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risk slide should preserve notes and rounded-rectangle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Retention detail: call out headline 94.0% and owner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Retention risk slide should preserve notes and rounded-rectangle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Bookings detail: call out headline $18.5m and owner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Bookings risk slide should preserve notes and rounded-rectangle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Operating Review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Board-style deck with recurring KPI, chart, risk, and action sections.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200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Revenue KPI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Revenue Risk and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Pipeline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Margin KPI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Margin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Margin Risk and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Vendor price pressure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Retention KPI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Retention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Retention Risk and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Renewal timing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Bookings KPI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Bookings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Bookings Risk and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Enterprise slippage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4754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Decision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