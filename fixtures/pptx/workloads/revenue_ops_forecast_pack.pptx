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92</c:v>
                </c:pt>
                <c:pt idx="2">
                  <c:v>101</c:v>
                </c:pt>
                <c:pt idx="3">
                  <c:v>113</c:v>
                </c:pt>
                <c:pt idx="4">
                  <c:v>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Commit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61</c:v>
                </c:pt>
                <c:pt idx="1">
                  <c:v>67</c:v>
                </c:pt>
                <c:pt idx="2">
                  <c:v>74</c:v>
                </c:pt>
                <c:pt idx="3">
                  <c:v>82</c:v>
                </c:pt>
                <c:pt idx="4">
                  <c:v>88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revenue operations forecast pack for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Forecast table should preserve commit, best-case, and risk text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chart workbook and forecast-trend notes must survive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table and connector line should be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revenue-operations action tiles should keep child text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Operations Forecast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Pipeline coverage, commit quality, forecast risks, and owner actions.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Forecast Commit by Segment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$42.0m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$31.5m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$37.2m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Procurement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Champion gap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Strategic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$39.0m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$47.6m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 review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Partner timing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$108.0m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 3.1x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Pipeline and Commit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Coverage and Forecast Risk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48056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Slippage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Legal unblock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Executive mapping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Partner assist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LATAM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Pricing approval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914400" y="3429000"/>
            <a:ext cx="6766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Forecast Actions and Owners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4892040" cy="1673352"/>
            <a:chOff x="228600" y="228600"/>
            <a:chExt cx="4892040" cy="1673352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Deal desk escalation</a:t>
              </a:r>
            </a:p>
            <a:p>
              <a:r>
                <a:t>RevOps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3464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Security fast track</a:t>
              </a:r>
            </a:p>
            <a:p>
              <a:r>
                <a:t>CISO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Partner pull-forward</a:t>
              </a:r>
            </a:p>
            <a:p>
              <a:r>
                <a:t>Channels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3464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Forecast hygiene</a:t>
              </a:r>
            </a:p>
            <a:p>
              <a:r>
                <a:t>Sales Ops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Forecast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Pipeline 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pipeline_snapshot.xlsx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RevOps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Commit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commit_bridge.xlsx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 Ops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Risk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forecast_risks.csv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Leadership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Deal desk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deal_desk_export.csv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