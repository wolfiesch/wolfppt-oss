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case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Expansion</c:v>
                </c:pt>
                <c:pt idx="2">
                  <c:v>FX</c:v>
                </c:pt>
                <c:pt idx="3">
                  <c:v>Churn</c:v>
                </c:pt>
                <c:pt idx="4">
                  <c:v>Upside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</c:v>
                </c:pt>
                <c:pt idx="1">
                  <c:v>8</c:v>
                </c:pt>
                <c:pt idx="2">
                  <c:v>-3</c:v>
                </c:pt>
                <c:pt idx="3">
                  <c:v>-5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case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Base</c:v>
                </c:pt>
                <c:pt idx="1">
                  <c:v>Expansion</c:v>
                </c:pt>
                <c:pt idx="2">
                  <c:v>FX</c:v>
                </c:pt>
                <c:pt idx="3">
                  <c:v>Churn</c:v>
                </c:pt>
                <c:pt idx="4">
                  <c:v>Upside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132</c:v>
                </c:pt>
                <c:pt idx="1">
                  <c:v>12</c:v>
                </c:pt>
                <c:pt idx="2">
                  <c:v>-2</c:v>
                </c:pt>
                <c:pt idx="3">
                  <c:v>-3</c:v>
                </c:pt>
                <c:pt idx="4">
                  <c:v>6</c:v>
                </c:pt>
              </c:numCache>
            </c:numRef>
          </c:val>
        </c:ser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earnings board appendix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KPI scorecard table should preserve quarterly values and outlook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Guidance bridge chart workbook and notes should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risk table and connector line should remain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disclosure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index should preserve source filenames and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Earnings Board Appendix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KPI review, guidance bridge, segment risk, and disclosure actions.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KPI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 Outlook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$141m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73%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Net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Cash burn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Rule of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Guidance Range Bridge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Segment Risk Bridge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 slip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 desk review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Discount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Packaging refresh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 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Self-serve enablement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International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FX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Hedge disclosure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Disclosure Owner Actions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Finalize guidance language</a:t>
              </a:r>
            </a:p>
            <a:p>
              <a:r>
                <a:t>FP&amp;A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Revenue recognition memo</a:t>
              </a:r>
            </a:p>
            <a:p>
              <a:r>
                <a:t>Accounting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Q&amp;A risk review</a:t>
              </a:r>
            </a:p>
            <a:p>
              <a:r>
                <a:t>IR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Board appendix QA</a:t>
              </a:r>
            </a:p>
            <a:p>
              <a:r>
                <a:t>Legal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Evidence and Draft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Guidance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guidance_bridge.xlsx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Segment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segment_risk_register.csv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Strategy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Disclosure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disclosure_checklist.docx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Q&amp;A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earnings_qa_log.xlsx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