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38.1</c:v>
                </c:pt>
                <c:pt idx="1">
                  <c:v>39.6</c:v>
                </c:pt>
                <c:pt idx="2">
                  <c:v>41.2</c:v>
                </c:pt>
                <c:pt idx="3">
                  <c:v>42.9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Pipeline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11.2</c:v>
                </c:pt>
                <c:pt idx="1">
                  <c:v>12.4</c:v>
                </c:pt>
                <c:pt idx="2">
                  <c:v>13.7</c:v>
                </c:pt>
                <c:pt idx="3">
                  <c:v>15.1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investor update pack for real-corpus preservation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KPI table should keep exact text and table topology.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 chart workbook and notes must survive investor update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Runway scenario table and connector line should be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milestone tiles should keep child text and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Investor Update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Monthly investor narrative with growth, retention, runway, and execution risks.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Growth and Retention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3434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Apr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ARR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$38.1m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$39.6m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$42.9m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NRR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116%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Gross churn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1.4%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$13.7m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$15.1m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Runway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 mo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ARR and Pipeline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Runway and Financing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1874519"/>
                <a:gridCol w="1874519"/>
                <a:gridCol w="1874522"/>
              </a:tblGrid>
              <a:tr h="429768">
                <a:tc>
                  <a:txBody>
                    <a:bodyPr/>
                    <a:lstStyle/>
                    <a:p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Runway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$0.92m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 months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Hiring upside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$1.18m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 months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Sales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$0.98m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 months</a:t>
                      </a:r>
                    </a:p>
                  </a:txBody>
                  <a:tcPr/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Fundraise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$30.0m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$1.15m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 months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914400" y="3566160"/>
            <a:ext cx="67665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Product and GTM Milestones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228600"/>
            <a:ext cx="4800600" cy="1600200"/>
            <a:chOff x="228600" y="228600"/>
            <a:chExt cx="4800600" cy="1600200"/>
          </a:xfrm>
        </p:grpSpPr>
        <p:sp>
          <p:nvSpPr>
            <p:cNvPr id="4" name="Rounded Rectangle 3"/>
            <p:cNvSpPr/>
            <p:nvPr/>
          </p:nvSpPr>
          <p:spPr>
            <a:xfrm>
              <a:off x="228600" y="228600"/>
              <a:ext cx="2240280" cy="685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Enterprise SSO</a:t>
              </a:r>
            </a:p>
            <a:p>
              <a:r>
                <a:t>Platform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788920" y="228600"/>
              <a:ext cx="2240280" cy="685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Partner channel launch</a:t>
              </a:r>
            </a:p>
            <a:p>
              <a:r>
                <a:t>GTM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" y="1143000"/>
              <a:ext cx="2240280" cy="685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Usage-based pricing</a:t>
              </a:r>
            </a:p>
            <a:p>
              <a:r>
                <a:t>Finance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788920" y="1143000"/>
              <a:ext cx="2240280" cy="6858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Security review</a:t>
              </a:r>
            </a:p>
            <a:p>
              <a:r>
                <a:t>Ops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Investor Evidence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75488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ARR 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arr_bridge.xlsx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Pipeline export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crm_pipeline.xlsx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RevOps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Runway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runway_plan.xlsx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CFO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Security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security_review.docx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