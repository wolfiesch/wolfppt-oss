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risks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29</c:v>
                </c:pt>
                <c:pt idx="2">
                  <c:v>24</c:v>
                </c:pt>
                <c:pt idx="3">
                  <c:v>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Remediated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16</c:v>
                </c:pt>
                <c:pt idx="2">
                  <c:v>21</c:v>
                </c:pt>
                <c:pt idx="3">
                  <c:v>27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security review pack for real-corpus preservation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table should preserve evidence filenames and owner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chart workbook and security-risk notes must survive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Vendor-risk table and connector line should be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remediation action tiles should keep child text and transforms.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Security and Compliance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SOC 2 readiness, vendor-risk posture, incident drills, and control owners.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Control Readiness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Next step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Access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access_review.xlsx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Archive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Vendor SOC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vendor_soc.zip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Incident tabletop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tabletop_notes.docx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Retest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Backup restore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restore_log.csv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Yellow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Run drill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Change approvals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change_tickets.csv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Risk Posture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Vendor Risk Heatmap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448056">
                <a:tc>
                  <a:txBody>
                    <a:bodyPr/>
                    <a:lstStyle/>
                    <a:p>
                      <a:r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Criticality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Review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PayrollCo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SOC report pending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EmailOps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DPA refreshed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DataRoom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Confidential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Pen test due</a:t>
                      </a:r>
                    </a:p>
                  </a:txBody>
                  <a:tcPr/>
                </a:tc>
              </a:tr>
              <a:tr h="448056">
                <a:tc>
                  <a:txBody>
                    <a:bodyPr/>
                    <a:lstStyle/>
                    <a:p>
                      <a:r>
                        <a:t>SupportDesk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Subprocessors reviewed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914400" y="3429000"/>
            <a:ext cx="6766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Remediation Actions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228600"/>
            <a:ext cx="4892040" cy="1673352"/>
            <a:chOff x="228600" y="228600"/>
            <a:chExt cx="4892040" cy="1673352"/>
          </a:xfrm>
        </p:grpSpPr>
        <p:sp>
          <p:nvSpPr>
            <p:cNvPr id="4" name="Rounded Rectangle 3"/>
            <p:cNvSpPr/>
            <p:nvPr/>
          </p:nvSpPr>
          <p:spPr>
            <a:xfrm>
              <a:off x="22860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Evidence lockbox</a:t>
              </a:r>
            </a:p>
            <a:p>
              <a:r>
                <a:t>GRC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3464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Restore drill</a:t>
              </a:r>
            </a:p>
            <a:p>
              <a:r>
                <a:t>Infra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860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Vendor chase</a:t>
              </a:r>
            </a:p>
            <a:p>
              <a:r>
                <a:t>Legal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3464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Access sign-off</a:t>
              </a:r>
            </a:p>
            <a:p>
              <a:r>
                <a:t>IT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Audit Evidence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75488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Risk 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security_risks.xlsx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GRC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Vendor 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vendor_reviews.zip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Legal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Incident drill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tabletop_minutes.docx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SecOps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Access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user_access_sample.csv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