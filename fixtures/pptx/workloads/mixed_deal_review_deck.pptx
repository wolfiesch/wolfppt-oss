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9.8</c:v>
                </c:pt>
                <c:pt idx="1">
                  <c:v>11.6</c:v>
                </c:pt>
                <c:pt idx="2">
                  <c:v>13.7</c:v>
                </c:pt>
                <c:pt idx="3">
                  <c:v>15.4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Margin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4.9</c:v>
                </c:pt>
                <c:pt idx="1">
                  <c:v>6.0</c:v>
                </c:pt>
                <c:pt idx="2">
                  <c:v>7.4</c:v>
                </c:pt>
                <c:pt idx="3">
                  <c:v>8.3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scope, source files, and the working capital sensitivity.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buyer diligence owner and final data request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QoE Deal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Adjusted EBITDA bridge, revenue quality, diligence risks, and close plan.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Diligence KPIs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8046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475488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$11.6m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$13.7m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Adj.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$2.7m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NWC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$2.5m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Quality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005840"/>
          <a:ext cx="713232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Diligence Risks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42062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Customer concentration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42062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Deferred revenue cut-off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42062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Quality of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Close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132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Validate seller trial balance</a:t>
            </a:r>
          </a:p>
          <a:p>
            <a:r>
              <a:t>Tie workpapers to source schedules</a:t>
            </a:r>
          </a:p>
          <a:p>
            <a:r>
              <a:t>Prepare diligence committee 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