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10.0</c:v>
                </c:pt>
                <c:pt idx="1">
                  <c:v>12.4</c:v>
                </c:pt>
                <c:pt idx="2">
                  <c:v>14.1</c:v>
                </c:pt>
                <c:pt idx="3">
                  <c:v>16.2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6.9</c:v>
                </c:pt>
                <c:pt idx="2">
                  <c:v>8.2</c:v>
                </c:pt>
                <c:pt idx="3">
                  <c:v>9.6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preservation claim, then walk through the operating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specific owner/action/date follow-through.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growth, margin bridge, operating risks, and next-quarter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114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Operating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$14.1m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$15.5m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and Margin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05840"/>
          <a:ext cx="71323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Register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Renewal timing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Vendor concentration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Validate source workbooks</a:t>
            </a:r>
          </a:p>
          <a:p>
            <a:r>
              <a:t>Reconcile management adjustments</a:t>
            </a:r>
          </a:p>
          <a:p>
            <a:r>
              <a:t>Prepare board-ready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