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embeddings/oleObject1.bin" ContentType="application/vnd.openxmlformats-officedocument.oleObjec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WolfPPT" initials="W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Waitlist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</c:v>
                </c:pt>
                <c:pt idx="1">
                  <c:v>1840</c:v>
                </c:pt>
                <c:pt idx="2">
                  <c:v>2610</c:v>
                </c:pt>
                <c:pt idx="3">
                  <c:v>3450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Beta active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210</c:v>
                </c:pt>
                <c:pt idx="1">
                  <c:v>360</c:v>
                </c:pt>
                <c:pt idx="2">
                  <c:v>620</c:v>
                </c:pt>
                <c:pt idx="3">
                  <c:v>910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p="http://schemas.openxmlformats.org/presentationml/2006/main">
  <p:cm authorId="0" dt="2026-05-13T00:00:00Z" idx="1">
    <p:pos x="0" y="0"/>
    <p:text>Review this slide.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product launch readiness pack for real-corpus preservation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Milestone tracker should preserve launch owners, dates, and blocker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 chart workbook and launch-readiness notes must survive round-trip.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Risk-register table and connector line should be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Grouped launch-owner tiles should keep child text and transforms.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comments" Target="../comments/comment1.xml"/><Relationship Id="rId5" Type="http://schemas.openxmlformats.org/officeDocument/2006/relationships/oleObject" Target="../embeddings/oleObject1.bin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Product Launch Readiness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Milestones, launch risks, demand signals, and cross-functional owners.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200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Launch Milestone Tracker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8321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7200"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Beta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May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Pricing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May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Copy review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Enablement deck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May 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Support runbook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May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Triage paths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Launch checklist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 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Final sign-off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Demand Signal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Launch Risk Register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448056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Mitigation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Docs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Product 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Ship quickstart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Support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Create response macros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Integration 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Patch candidate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Pricing confusion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 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FAQ and training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" name="Connector 3"/>
          <p:cNvCxnSpPr/>
          <p:nvPr/>
        </p:nvCxnSpPr>
        <p:spPr>
          <a:xfrm>
            <a:off x="914400" y="3429000"/>
            <a:ext cx="6766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Launch War Room Owners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8600" y="228600"/>
            <a:ext cx="4892040" cy="1673352"/>
            <a:chOff x="228600" y="228600"/>
            <a:chExt cx="4892040" cy="1673352"/>
          </a:xfrm>
        </p:grpSpPr>
        <p:sp>
          <p:nvSpPr>
            <p:cNvPr id="4" name="Rounded Rectangle 3"/>
            <p:cNvSpPr/>
            <p:nvPr/>
          </p:nvSpPr>
          <p:spPr>
            <a:xfrm>
              <a:off x="228600" y="22860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Launch comms</a:t>
              </a:r>
            </a:p>
            <a:p>
              <a:r>
                <a:t>Marketing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834640" y="22860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Beta triage</a:t>
              </a:r>
            </a:p>
            <a:p>
              <a:r>
                <a:t>Product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28600" y="118872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Revenue desk</a:t>
              </a:r>
            </a:p>
            <a:p>
              <a:r>
                <a:t>Sales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834640" y="118872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Support desk</a:t>
              </a:r>
            </a:p>
            <a:p>
              <a:r>
                <a:t>CX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Appendix: Launch Evidence Index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475488">
                <a:tc>
                  <a:txBody>
                    <a:bodyPr/>
                    <a:lstStyle/>
                    <a:p>
                      <a:r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Beta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beta_feedback.xlsx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Launch checklist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launch_checklist.csv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PMO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Support runbook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support_runbook.docx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Demand snapshot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waitlist_export.csv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