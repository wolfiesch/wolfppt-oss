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style1.xml" ContentType="application/vnd.ms-office.chartstyle+xml"/>
  <Override PartName="/ppt/charts/colors1.xml" ContentType="application/vnd.ms-office.chartcolorstyl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>
  <a:srgbClr val="4472C4"/>
</cs:colorStyle>
</file>

<file path=ppt/charts/style1.xml><?xml version="1.0" encoding="utf-8"?>
<cs:chartStyle xmlns:cs="http://schemas.microsoft.com/office/drawing/2012/chartStyle"/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