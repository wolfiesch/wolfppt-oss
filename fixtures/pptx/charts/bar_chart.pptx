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0"/>
    <ns0:plotArea>
      <ns0:barChart>
        <ns0:barDir val="col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Revenue</ns0:v>
                </ns0:pt>
              </ns0:strCache>
            </ns0:strRef>
          </ns0:tx>
          <ns0:cat>
            <ns0:strRef>
              <ns0:f>Sheet1!$A$2:$A$3</ns0:f>
              <ns0:strCache>
                <ns0:ptCount val="2"/>
                <ns0:pt idx="0">
                  <ns0:v>Q1</ns0:v>
                </ns0:pt>
                <ns0:pt idx="1">
                  <ns0:v>Q2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10</ns0:v>
                </ns0:pt>
                <ns0:pt idx="1">
                  <ns0:v>14</ns0:v>
                </ns0:pt>
              </ns0:numCache>
            </ns0:numRef>
          </ns0:val>
        </ns0:ser>
        <ns0:axId val="1000000"/>
        <ns0:axId val="1000001"/>
      </ns0:barChart>
      <ns0:catAx>
        <ns0:axId val="1000000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crossAx val="1000001"/>
        <ns0:crosses val="autoZero"/>
        <ns0:auto val="1"/>
        <ns0:lblAlgn val="ctr"/>
        <ns0:lblOffset val="100"/>
        <ns0:noMultiLvlLbl val="0"/>
      </ns0:catAx>
      <ns0:valAx>
        <ns0:axId val="1000001"/>
        <ns0:scaling/>
        <ns0:delete val="0"/>
        <ns0:axPos val="l"/>
        <ns0:majorGridlines/>
        <ns0:majorTickMark val="out"/>
        <ns0:minorTickMark val="none"/>
        <ns0:tickLblPos val="nextTo"/>
        <ns0:crossAx val="100000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