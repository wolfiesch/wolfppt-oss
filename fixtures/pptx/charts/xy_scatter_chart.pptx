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4.0</c:v>
                </c:pt>
              </c:numCache>
            </c:numRef>
          </c:yVal>
          <c:smooth val="0"/>
        </c:ser>
        <c:axId val="1000000"/>
        <c:axId val="1000001"/>
      </c:scatterChart>
      <c:valAx>
        <c:axId val="100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00001"/>
        <c:crosses val="autoZero"/>
        <c:crossBetween val="midCat"/>
      </c:valAx>
      <c:valAx>
        <c:axId val="1000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00000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