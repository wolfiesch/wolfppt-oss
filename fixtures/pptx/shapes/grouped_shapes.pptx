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000" y="2000"/>
            <a:ext cx="4000" cy="4000"/>
            <a:chOff x="0" y="0"/>
            <a:chExt cx="4000" cy="4000"/>
          </a:xfrm>
        </p:grpSpPr>
        <p:sp>
          <p:nvSpPr>
            <p:cNvPr id="3" name="Grouped Text 1"/>
            <p:cNvSpPr/>
            <p:nvPr/>
          </p:nvSpPr>
          <p:spPr>
            <a:xfrm>
              <a:off x="500" y="600"/>
              <a:ext cx="1000" cy="800"/>
            </a:xfrm>
            <a:prstGeom prst="rect">
              <a:avLst/>
            </a:prstGeom>
          </p:spPr>
          <p:txBody>
            <a:bodyPr/>
            <a:lstStyle/>
            <a:p>
              <a:r>
                <a:t>Grouped Text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