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preservation before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Narration lives beside the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